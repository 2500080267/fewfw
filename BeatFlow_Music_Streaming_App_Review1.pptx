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DB954"/>
                </a:solidFill>
              </a:rPr>
              <a:t>♫ BeatFlow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200" b="1">
                <a:solidFill>
                  <a:srgbClr val="FAFAFA"/>
                </a:solidFill>
              </a:rPr>
              <a:t>MUSIC STREAMING APP</a:t>
            </a:r>
          </a:p>
          <a:p>
            <a:pPr algn="ctr"/>
            <a:r>
              <a:rPr sz="2200">
                <a:solidFill>
                  <a:srgbClr val="1DB954"/>
                </a:solidFill>
              </a:rPr>
              <a:t>SDC Project Review – 1</a:t>
            </a:r>
          </a:p>
          <a:p>
            <a:pPr algn="ctr"/>
            <a:r>
              <a:rPr sz="1600">
                <a:solidFill>
                  <a:srgbClr val="BEBEBE"/>
                </a:solidFill>
              </a:rPr>
              <a:t>HTML • CSS • JavaScript • Local Storage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AFAFA"/>
                </a:solidFill>
              </a:rPr>
              <a:t>1.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AFAFA"/>
                </a:solidFill>
              </a:defRPr>
            </a:pPr>
            <a:r>
              <a:t>• Users need one simple platform to discover, play and organize music.</a:t>
            </a:r>
          </a:p>
          <a:p>
            <a:pPr>
              <a:spcAft>
                <a:spcPts val="1200"/>
              </a:spcAft>
              <a:defRPr sz="2100">
                <a:solidFill>
                  <a:srgbClr val="FAFAFA"/>
                </a:solidFill>
              </a:defRPr>
            </a:pPr>
            <a:r>
              <a:t>• Searching music from different sources is inconvenient and time-consuming.</a:t>
            </a:r>
          </a:p>
          <a:p>
            <a:pPr>
              <a:spcAft>
                <a:spcPts val="1200"/>
              </a:spcAft>
              <a:defRPr sz="2100">
                <a:solidFill>
                  <a:srgbClr val="FAFAFA"/>
                </a:solidFill>
              </a:defRPr>
            </a:pPr>
            <a:r>
              <a:t>• Users expect playlists, search, reviews, recommendations and offline access.</a:t>
            </a:r>
          </a:p>
          <a:p>
            <a:pPr>
              <a:spcAft>
                <a:spcPts val="1200"/>
              </a:spcAft>
              <a:defRPr sz="2100">
                <a:solidFill>
                  <a:srgbClr val="FAFAFA"/>
                </a:solidFill>
              </a:defRPr>
            </a:pPr>
            <a:r>
              <a:t>• BeatFlow provides these core music-management features in a single web interface.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AFAFA"/>
                </a:solidFill>
              </a:rPr>
              <a:t>2. Project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474720" cy="1828800"/>
          </a:xfrm>
          <a:prstGeom prst="roundRect">
            <a:avLst/>
          </a:prstGeom>
          <a:solidFill>
            <a:srgbClr val="272727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0020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DB954"/>
                </a:solidFill>
              </a:rPr>
              <a:t>Easy Access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75688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AFAFA"/>
                </a:solidFill>
              </a:defRPr>
            </a:pPr>
            <a:r>
              <a:t>Allow users to quickly search and discover songs by track, artist, album or genre.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417320"/>
            <a:ext cx="3474720" cy="1828800"/>
          </a:xfrm>
          <a:prstGeom prst="roundRect">
            <a:avLst/>
          </a:prstGeom>
          <a:solidFill>
            <a:srgbClr val="272727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99432" y="160020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DB954"/>
                </a:solidFill>
              </a:rPr>
              <a:t>Personalization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9432" y="2075688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AFAFA"/>
                </a:solidFill>
              </a:defRPr>
            </a:pPr>
            <a:r>
              <a:t>Support playlists, reviews, ratings, recommendations and offline-track management.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1417320"/>
            <a:ext cx="3474720" cy="1828800"/>
          </a:xfrm>
          <a:prstGeom prst="roundRect">
            <a:avLst/>
          </a:prstGeom>
          <a:solidFill>
            <a:srgbClr val="272727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38744" y="160020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DB954"/>
                </a:solidFill>
              </a:rPr>
              <a:t>Role-Based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38744" y="2075688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AFAFA"/>
                </a:solidFill>
              </a:defRPr>
            </a:pPr>
            <a:r>
              <a:t>Provide separate User and Admin modules with JavaScript-based navigation.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3657600"/>
            <a:ext cx="3474720" cy="1554480"/>
          </a:xfrm>
          <a:prstGeom prst="roundRect">
            <a:avLst/>
          </a:prstGeom>
          <a:solidFill>
            <a:srgbClr val="272727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88920" y="384048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DB954"/>
                </a:solidFill>
              </a:rPr>
              <a:t>Responsive 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4315968"/>
            <a:ext cx="301752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AFAFA"/>
                </a:solidFill>
              </a:defRPr>
            </a:pPr>
            <a:r>
              <a:t>Build the interface using CSS Flexbox/Grid for a clean and usable layout.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657600"/>
            <a:ext cx="3474720" cy="1554480"/>
          </a:xfrm>
          <a:prstGeom prst="roundRect">
            <a:avLst/>
          </a:prstGeom>
          <a:solidFill>
            <a:srgbClr val="272727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384048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DB954"/>
                </a:solidFill>
              </a:rPr>
              <a:t>Frontend Storage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315968"/>
            <a:ext cx="301752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AFAFA"/>
                </a:solidFill>
              </a:defRPr>
            </a:pPr>
            <a:r>
              <a:t>Use Local Storage for signup, login and project data as required for Review–1.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AFAFA"/>
                </a:solidFill>
              </a:rPr>
              <a:t>3. Technologies Used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2468880" cy="2926080"/>
          </a:xfrm>
          <a:prstGeom prst="roundRect">
            <a:avLst/>
          </a:prstGeom>
          <a:solidFill>
            <a:srgbClr val="272727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16002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DB954"/>
                </a:solidFill>
              </a:rPr>
              <a:t>HTML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075688"/>
            <a:ext cx="2011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AFAFA"/>
                </a:solidFill>
              </a:defRPr>
            </a:pPr>
            <a:r>
              <a:t>Creates the structure of landing page, forms, dashboards, music cards and admin screens.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1417320"/>
            <a:ext cx="2468880" cy="2926080"/>
          </a:xfrm>
          <a:prstGeom prst="roundRect">
            <a:avLst/>
          </a:prstGeom>
          <a:solidFill>
            <a:srgbClr val="272727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49039" y="16002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DB954"/>
                </a:solidFill>
              </a:rPr>
              <a:t>CSS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2075688"/>
            <a:ext cx="2011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AFAFA"/>
                </a:solidFill>
              </a:defRPr>
            </a:pPr>
            <a:r>
              <a:t>Handles the BeatFlow dark theme, responsive layout, Grid/Flexbox, buttons and cards.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2468880" cy="2926080"/>
          </a:xfrm>
          <a:prstGeom prst="roundRect">
            <a:avLst/>
          </a:prstGeom>
          <a:solidFill>
            <a:srgbClr val="272727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6002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DB954"/>
                </a:solidFill>
              </a:rPr>
              <a:t>JavaScript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075688"/>
            <a:ext cx="2011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AFAFA"/>
                </a:solidFill>
              </a:defRPr>
            </a:pPr>
            <a:r>
              <a:t>Implements authentication, role redirection, search, playback, playlists and admin actions.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15400" y="1417320"/>
            <a:ext cx="2468880" cy="2926080"/>
          </a:xfrm>
          <a:prstGeom prst="roundRect">
            <a:avLst/>
          </a:prstGeom>
          <a:solidFill>
            <a:srgbClr val="272727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0" y="16002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DB954"/>
                </a:solidFill>
              </a:rPr>
              <a:t>Local Storage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075688"/>
            <a:ext cx="2011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AFAFA"/>
                </a:solidFill>
              </a:defRPr>
            </a:pPr>
            <a:r>
              <a:t>Stores registered users and frontend application data directly in the browser.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8920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AFAFA"/>
                </a:solidFill>
              </a:defRPr>
            </a:pPr>
            <a:r>
              <a:t>• No backend framework or database is used in the current SDC Review–1 version.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AFAFA"/>
                </a:solidFill>
              </a:rPr>
              <a:t>4. Application Flow /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48840"/>
            <a:ext cx="1965960" cy="1143000"/>
          </a:xfrm>
          <a:prstGeom prst="roundRect">
            <a:avLst/>
          </a:prstGeom>
          <a:solidFill>
            <a:srgbClr val="272727"/>
          </a:solidFill>
          <a:ln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1737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AFAFA"/>
                </a:solidFill>
              </a:rPr>
              <a:t>1
Landing Page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0360" y="2148840"/>
            <a:ext cx="1965960" cy="1143000"/>
          </a:xfrm>
          <a:prstGeom prst="roundRect">
            <a:avLst/>
          </a:prstGeom>
          <a:solidFill>
            <a:srgbClr val="272727"/>
          </a:solidFill>
          <a:ln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990088" y="2331720"/>
            <a:ext cx="1737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AFAFA"/>
                </a:solidFill>
              </a:rPr>
              <a:t>2
Signup / Login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79" y="2148840"/>
            <a:ext cx="1965960" cy="1143000"/>
          </a:xfrm>
          <a:prstGeom prst="roundRect">
            <a:avLst/>
          </a:prstGeom>
          <a:solidFill>
            <a:srgbClr val="272727"/>
          </a:solidFill>
          <a:ln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21807" y="2331720"/>
            <a:ext cx="1737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AFAFA"/>
                </a:solidFill>
              </a:rPr>
              <a:t>3
Role Check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2148840"/>
            <a:ext cx="1965960" cy="1143000"/>
          </a:xfrm>
          <a:prstGeom prst="roundRect">
            <a:avLst/>
          </a:prstGeom>
          <a:solidFill>
            <a:srgbClr val="272727"/>
          </a:solidFill>
          <a:ln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53527" y="2331720"/>
            <a:ext cx="1737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AFAFA"/>
                </a:solidFill>
              </a:rPr>
              <a:t>4
User / Admin Dashboard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5520" y="2148840"/>
            <a:ext cx="1965960" cy="1143000"/>
          </a:xfrm>
          <a:prstGeom prst="roundRect">
            <a:avLst/>
          </a:prstGeom>
          <a:solidFill>
            <a:srgbClr val="272727"/>
          </a:solidFill>
          <a:ln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985248" y="2331720"/>
            <a:ext cx="1737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AFAFA"/>
                </a:solidFill>
              </a:rPr>
              <a:t>5
Features + Local Storage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069080"/>
            <a:ext cx="10424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AFAFA"/>
                </a:solidFill>
              </a:defRPr>
            </a:pPr>
            <a:r>
              <a:t>• JavaScript controls validation, role-based redirection and dynamic UI updates.</a:t>
            </a:r>
          </a:p>
          <a:p>
            <a:pPr>
              <a:spcAft>
                <a:spcPts val="1200"/>
              </a:spcAft>
              <a:defRPr sz="1800">
                <a:solidFill>
                  <a:srgbClr val="FAFAFA"/>
                </a:solidFill>
              </a:defRPr>
            </a:pPr>
            <a:r>
              <a:t>• Local Storage acts as the browser-side data store for this frontend-only project.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AFAFA"/>
                </a:solidFill>
              </a:rPr>
              <a:t>5. User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EBEBE"/>
                </a:solidFill>
              </a:rPr>
              <a:t>Discover music, play tracks and manage personal music features</a:t>
            </a:r>
          </a:p>
        </p:txBody>
      </p:sp>
      <p:pic>
        <p:nvPicPr>
          <p:cNvPr id="5" name="Picture 4" descr="Screenshot 2026-09-25 1604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68636" y="1325880"/>
            <a:ext cx="11624073" cy="4983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21040" y="1463040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AFAFA"/>
                </a:solidFill>
              </a:defRPr>
            </a:pPr>
            <a:r>
              <a:t>• Search tracks, artists or albums</a:t>
            </a:r>
          </a:p>
          <a:p>
            <a:pPr>
              <a:spcAft>
                <a:spcPts val="1200"/>
              </a:spcAft>
              <a:defRPr sz="1600">
                <a:solidFill>
                  <a:srgbClr val="FAFAFA"/>
                </a:solidFill>
              </a:defRPr>
            </a:pPr>
            <a:r>
              <a:t>• Filter by genre</a:t>
            </a:r>
          </a:p>
          <a:p>
            <a:pPr>
              <a:spcAft>
                <a:spcPts val="1200"/>
              </a:spcAft>
              <a:defRPr sz="1600">
                <a:solidFill>
                  <a:srgbClr val="FAFAFA"/>
                </a:solidFill>
              </a:defRPr>
            </a:pPr>
            <a:r>
              <a:t>• Play featured tracks</a:t>
            </a:r>
          </a:p>
          <a:p>
            <a:pPr>
              <a:spcAft>
                <a:spcPts val="1200"/>
              </a:spcAft>
              <a:defRPr sz="1600">
                <a:solidFill>
                  <a:srgbClr val="FAFAFA"/>
                </a:solidFill>
              </a:defRPr>
            </a:pPr>
            <a:r>
              <a:t>• Reviews &amp; offline downloads</a:t>
            </a:r>
          </a:p>
          <a:p>
            <a:pPr>
              <a:spcAft>
                <a:spcPts val="1200"/>
              </a:spcAft>
              <a:defRPr sz="1600">
                <a:solidFill>
                  <a:srgbClr val="FAFAFA"/>
                </a:solidFill>
              </a:defRPr>
            </a:pPr>
            <a:r>
              <a:t>• Add songs to playlists</a:t>
            </a:r>
          </a:p>
          <a:p>
            <a:pPr>
              <a:spcAft>
                <a:spcPts val="1200"/>
              </a:spcAft>
              <a:defRPr sz="1600">
                <a:solidFill>
                  <a:srgbClr val="FAFAFA"/>
                </a:solidFill>
              </a:defRPr>
            </a:pPr>
            <a:r>
              <a:t>• Recommendations section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AFAFA"/>
                </a:solidFill>
              </a:rPr>
              <a:t>6. Admin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EBEBE"/>
                </a:solidFill>
              </a:rPr>
              <a:t>Manage application content and registered users</a:t>
            </a:r>
          </a:p>
        </p:txBody>
      </p:sp>
      <p:pic>
        <p:nvPicPr>
          <p:cNvPr id="5" name="Picture 4" descr="Screenshot 2026-09-25 1607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26" y="1508760"/>
            <a:ext cx="10194607" cy="427260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43800" y="1371600"/>
            <a:ext cx="3840480" cy="1143000"/>
          </a:xfrm>
          <a:prstGeom prst="roundRect">
            <a:avLst/>
          </a:prstGeom>
          <a:solidFill>
            <a:srgbClr val="272727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0" y="155448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DB954"/>
                </a:solidFill>
              </a:rPr>
              <a:t>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029967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AFAFA"/>
                </a:solidFill>
              </a:defRPr>
            </a:pPr>
            <a:r>
              <a:t>Shows total tracks, registered users and total reviews.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2697480"/>
            <a:ext cx="3840480" cy="1143000"/>
          </a:xfrm>
          <a:prstGeom prst="roundRect">
            <a:avLst/>
          </a:prstGeom>
          <a:solidFill>
            <a:srgbClr val="272727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0" y="288036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DB954"/>
                </a:solidFill>
              </a:rPr>
              <a:t>Track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35584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AFAFA"/>
                </a:solidFill>
              </a:defRPr>
            </a:pPr>
            <a:r>
              <a:t>Admin can manage the music catalog and track information.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4023360"/>
            <a:ext cx="3840480" cy="1143000"/>
          </a:xfrm>
          <a:prstGeom prst="roundRect">
            <a:avLst/>
          </a:prstGeom>
          <a:solidFill>
            <a:srgbClr val="272727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0" y="420624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DB954"/>
                </a:solidFill>
              </a:rPr>
              <a:t>User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468172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AFAFA"/>
                </a:solidFill>
              </a:defRPr>
            </a:pPr>
            <a:r>
              <a:t>Admin can view users and delete normal user accounts while protected accounts remain safe.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AFAFA"/>
                </a:solidFill>
              </a:rPr>
              <a:t>7. Signup, Login &amp; Local Storage</a:t>
            </a:r>
          </a:p>
        </p:txBody>
      </p:sp>
      <p:pic>
        <p:nvPicPr>
          <p:cNvPr id="4" name="Picture 3" descr="Screenshot 2026-09-25 1604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968" y="1325880"/>
            <a:ext cx="8199687" cy="4297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20840" y="13716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AFAFA"/>
                </a:solidFill>
              </a:defRPr>
            </a:pPr>
            <a:r>
              <a:t>• Signup saves user details in browser Local Storage.</a:t>
            </a:r>
          </a:p>
          <a:p>
            <a:pPr>
              <a:spcAft>
                <a:spcPts val="1200"/>
              </a:spcAft>
              <a:defRPr sz="1700">
                <a:solidFill>
                  <a:srgbClr val="FAFAFA"/>
                </a:solidFill>
              </a:defRPr>
            </a:pPr>
            <a:r>
              <a:t>• Login validates the entered credentials using JavaScript.</a:t>
            </a:r>
          </a:p>
          <a:p>
            <a:pPr>
              <a:spcAft>
                <a:spcPts val="1200"/>
              </a:spcAft>
              <a:defRPr sz="1700">
                <a:solidFill>
                  <a:srgbClr val="FAFAFA"/>
                </a:solidFill>
              </a:defRPr>
            </a:pPr>
            <a:r>
              <a:t>• Role information decides whether the user goes to User or Admin dashboard.</a:t>
            </a:r>
          </a:p>
          <a:p>
            <a:pPr>
              <a:spcAft>
                <a:spcPts val="1200"/>
              </a:spcAft>
              <a:defRPr sz="1700">
                <a:solidFill>
                  <a:srgbClr val="FAFAFA"/>
                </a:solidFill>
              </a:defRPr>
            </a:pPr>
            <a:r>
              <a:t>• Logout clears the active session and returns to the landing/login flow.</a:t>
            </a:r>
          </a:p>
          <a:p>
            <a:pPr>
              <a:spcAft>
                <a:spcPts val="1200"/>
              </a:spcAft>
              <a:defRPr sz="1700">
                <a:solidFill>
                  <a:srgbClr val="FAFAFA"/>
                </a:solidFill>
              </a:defRPr>
            </a:pPr>
            <a:r>
              <a:t>• For a real production app, secure server-side authentication would be required.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AFAFA"/>
                </a:solidFill>
              </a:rPr>
              <a:t>8. Major Functionalities Implemented</a:t>
            </a:r>
          </a:p>
        </p:txBody>
      </p:sp>
      <p:pic>
        <p:nvPicPr>
          <p:cNvPr id="4" name="Picture 3" descr="Screenshot 2026-09-25 1607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5880"/>
            <a:ext cx="8879958" cy="4297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79958" y="1661652"/>
            <a:ext cx="2595762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AFAFA"/>
                </a:solidFill>
              </a:defRPr>
            </a:pPr>
            <a:r>
              <a:rPr dirty="0"/>
              <a:t>• Admin dashboard overview</a:t>
            </a:r>
          </a:p>
          <a:p>
            <a:pPr>
              <a:spcAft>
                <a:spcPts val="1200"/>
              </a:spcAft>
              <a:defRPr sz="1700">
                <a:solidFill>
                  <a:srgbClr val="FAFAFA"/>
                </a:solidFill>
              </a:defRPr>
            </a:pPr>
            <a:r>
              <a:rPr dirty="0"/>
              <a:t>• User account management</a:t>
            </a:r>
          </a:p>
          <a:p>
            <a:pPr>
              <a:spcAft>
                <a:spcPts val="1200"/>
              </a:spcAft>
              <a:defRPr sz="1700">
                <a:solidFill>
                  <a:srgbClr val="FAFAFA"/>
                </a:solidFill>
              </a:defRPr>
            </a:pPr>
            <a:r>
              <a:rPr dirty="0"/>
              <a:t>• Protected admin accounts</a:t>
            </a:r>
          </a:p>
          <a:p>
            <a:pPr>
              <a:spcAft>
                <a:spcPts val="1200"/>
              </a:spcAft>
              <a:defRPr sz="1700">
                <a:solidFill>
                  <a:srgbClr val="FAFAFA"/>
                </a:solidFill>
              </a:defRPr>
            </a:pPr>
            <a:r>
              <a:rPr dirty="0"/>
              <a:t>• Track discovery and playback UI</a:t>
            </a:r>
          </a:p>
          <a:p>
            <a:pPr>
              <a:spcAft>
                <a:spcPts val="1200"/>
              </a:spcAft>
              <a:defRPr sz="1700">
                <a:solidFill>
                  <a:srgbClr val="FAFAFA"/>
                </a:solidFill>
              </a:defRPr>
            </a:pPr>
            <a:r>
              <a:rPr dirty="0"/>
              <a:t>• Playlist and offline-track options</a:t>
            </a:r>
          </a:p>
          <a:p>
            <a:pPr>
              <a:spcAft>
                <a:spcPts val="1200"/>
              </a:spcAft>
              <a:defRPr sz="1700">
                <a:solidFill>
                  <a:srgbClr val="FAFAFA"/>
                </a:solidFill>
              </a:defRPr>
            </a:pPr>
            <a:r>
              <a:rPr dirty="0"/>
              <a:t>• Review/rating interface</a:t>
            </a:r>
          </a:p>
          <a:p>
            <a:pPr>
              <a:spcAft>
                <a:spcPts val="1200"/>
              </a:spcAft>
              <a:defRPr sz="1700">
                <a:solidFill>
                  <a:srgbClr val="FAFAFA"/>
                </a:solidFill>
              </a:defRPr>
            </a:pPr>
            <a:r>
              <a:rPr dirty="0"/>
              <a:t>• Responsive navigation and module-wise redirection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AFAFA"/>
                </a:solidFill>
              </a:rPr>
              <a:t>9. Conclusion &amp; Future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5257800" cy="3246120"/>
          </a:xfrm>
          <a:prstGeom prst="roundRect">
            <a:avLst/>
          </a:prstGeom>
          <a:solidFill>
            <a:srgbClr val="272727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4800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DB954"/>
                </a:solidFill>
              </a:rPr>
              <a:t>Current Result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75688"/>
            <a:ext cx="480060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AFAFA"/>
                </a:solidFill>
              </a:defRPr>
            </a:pPr>
            <a:r>
              <a:t>BeatFlow successfully demonstrates a frontend Music Streaming App with separate Admin and User modules, Local Storage authentication, JavaScript navigation, music discovery, playlists, reviews and management screens.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17320"/>
            <a:ext cx="5257800" cy="3246120"/>
          </a:xfrm>
          <a:prstGeom prst="roundRect">
            <a:avLst/>
          </a:prstGeom>
          <a:solidFill>
            <a:srgbClr val="272727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00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DB954"/>
                </a:solidFill>
              </a:rPr>
              <a:t>Future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75688"/>
            <a:ext cx="480060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AFAFA"/>
                </a:solidFill>
              </a:defRPr>
            </a:pPr>
            <a:r>
              <a:t>Add a secure backend and database, real cloud music streaming, advanced recommendation algorithms, true offline downloads, stronger authentication and deployment-ready media storage.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0749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DB954"/>
                </a:solidFill>
              </a:rPr>
              <a:t>GitHub: github.com/vamsi54-bit/Academics</a:t>
            </a:r>
          </a:p>
          <a:p>
            <a:pPr algn="ctr"/>
            <a:r>
              <a:rPr sz="2500" b="1">
                <a:solidFill>
                  <a:srgbClr val="FAFAFA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583</Words>
  <Application>Microsoft Office PowerPoint</Application>
  <PresentationFormat>Widescreen</PresentationFormat>
  <Paragraphs>75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BURAGAPU VAMSI</cp:lastModifiedBy>
  <cp:revision>2</cp:revision>
  <dcterms:created xsi:type="dcterms:W3CDTF">2013-01-27T09:14:16Z</dcterms:created>
  <dcterms:modified xsi:type="dcterms:W3CDTF">2026-09-25T10:51:54Z</dcterms:modified>
  <cp:category/>
</cp:coreProperties>
</file>